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S07  画质增强硬核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OpenCV vs Real-ESRGAN · tile · 补帧 · LUT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两条超分路径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快速：OpenCV（JPEG 中间帧 + 多线程）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AI：Real-ESRGAN ONNX（Session 串行）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对比预览：左右、滚轮缩放、拖拽平移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S07 · 1/5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性能旋钮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CUDA EP 探测与缓存；无 EP 明示走 CPU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自动 tile≈640（CUDA）/ 更小省显存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视频默认试跑秒数：批量可感、可演示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S07 · 2/5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补帧与调色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minterpolate 快速/精细；可选 RIFE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LUT / 一键调色与 FrameProcessor 预设对齐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S07 · 3/5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授权差异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试用：OpenCV 2× 可用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正式：AI 4× / 相关能力解锁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S07 · 4/5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短视频 OpenCV 2× 试跑，记录耗时与输出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S07 · 5/5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