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S11  商业闭环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trial_policy · 卡密 · 激活服 · 购买页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试用策略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次数：高光 / 竖屏配额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质量：最长边 ≤720p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能力：AI4× / 队列 / LaMa 等门禁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S11 · 1/4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卡密与激活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本地格式校验 + license_fp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可选 POST /v1/activate 联网激活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scripts/license_server：签发 + 演示购买页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S11 · 2/4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钱在店外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微信/支付宝/Lemon 等收银台不进本仓库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支付成功 → 发卡 → 用户在个人中心兑换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app.conf：license_purchase_url / license_server_url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S11 · 3/4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启动 license_server，走一遍演示激活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截图：试用 → 正式 →（可选）恢复试用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S11 · 4/4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