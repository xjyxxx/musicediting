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A45C"/>
                </a:solidFill>
                <a:latin typeface="Microsoft YaHei"/>
              </a:rPr>
              <a:t>S09  下载热评与成片模板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B95A8"/>
                </a:solidFill>
                <a:latin typeface="Microsoft YaHei"/>
              </a:rPr>
              <a:t>yt-dlp Cookie · ASS · 发布预设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8B95A8"/>
                </a:solidFill>
                <a:latin typeface="Microsoft YaHei"/>
              </a:rPr>
              <a:t>MusicEditing · 硬核实战课 · docs/course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下载硬核现实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链接格式通常没问题；站点要 Cookie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推荐 Netscape cookies.txt 绝对路径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浏览器 DPAPI/锁库常失败：讲清原因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S09 · 1/5 · MusicEditing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失败体验也是产品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限流 / 无音轨 / Cookie 失效：白话提示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换 Cookie / 重试路径写进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S09 · 2/5 · MusicEditing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热评三合一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拉取 · 滚动 · 成片（danmaku/cards/ass）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送首页播放叠弹幕：速度/密度/区域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S09 · 3/5 · MusicEditing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发布向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竖屏模板 + 封面话题草稿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规范命名与导出参数面板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S09 · 4/5 · MusicEditing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配置 yt_dlp_cookies_file（勿提交 git）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书面解释：为何 cookies 不能进仓库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S09 · 5/5 · MusicEditing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