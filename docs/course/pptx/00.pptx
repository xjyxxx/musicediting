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109728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8A45C"/>
                </a:solidFill>
                <a:latin typeface="Microsoft YaHei"/>
              </a:rPr>
              <a:t>00  课程总览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8B95A8"/>
                </a:solidFill>
                <a:latin typeface="Microsoft YaHei"/>
              </a:rPr>
              <a:t>12 期 × 90–120 分钟 · 可跑仓库 · 可改代码 · 可打包上线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8B95A8"/>
                </a:solidFill>
                <a:latin typeface="Microsoft YaHei"/>
              </a:rPr>
              <a:t>MusicEditing · 硬核实战课 · docs/course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A45C"/>
                </a:solidFill>
                <a:latin typeface="Microsoft YaHei"/>
              </a:rPr>
              <a:t>这门课卖的是什么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不是剪映拖拽入门，不是空洞架构动画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交付：本地 AI 音视频工具从引擎到发版的完整工程能力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技术栈：C++ FFmpeg + PySide6 MVVM + ONNX + 便携分发 + 卡密商业化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期末标准：能讲清调用链、试用门禁、更新/签名/收银台边界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B95A8"/>
                </a:solidFill>
                <a:latin typeface="Microsoft YaHei"/>
              </a:rPr>
              <a:t>00 · 1/4 · MusicEditing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A45C"/>
                </a:solidFill>
                <a:latin typeface="Microsoft YaHei"/>
              </a:rPr>
              <a:t>四模块路线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A 地基 S01–S02：产品全景 + x64 硬核跑通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B 架构 S03–S05：MVVM/UI、media_engine/CLI、播放器 IPC/SHM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C 业务 S06–S10：切片、超分、去水印/队列、下载热评、趣味扩展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D 商业 S11–S12：试用卡密、打包 Inno、更新通道、验收毕业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B95A8"/>
                </a:solidFill>
                <a:latin typeface="Microsoft YaHei"/>
              </a:rPr>
              <a:t>00 · 2/4 · MusicEditing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A45C"/>
                </a:solidFill>
                <a:latin typeface="Microsoft YaHei"/>
              </a:rPr>
              <a:t>学习资产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PPT：docs/course/pptx/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讲师讲稿：docs/course/sessions/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自学路径：docs/LEARNING.md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实现真源：docs/design/（上课引用，不替代课件）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B95A8"/>
                </a:solidFill>
                <a:latin typeface="Microsoft YaHei"/>
              </a:rPr>
              <a:t>00 · 3/4 · MusicEditing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A45C"/>
                </a:solidFill>
                <a:latin typeface="Microsoft YaHei"/>
              </a:rPr>
              <a:t>课堂纪律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archive/ 与本机 cookies/log 不是教材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改功能必须同步 design 专文（见 Cursor skill）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每期有 Lab；S12 毕业作业必须 accept 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B95A8"/>
                </a:solidFill>
                <a:latin typeface="Microsoft YaHei"/>
              </a:rPr>
              <a:t>00 · 4/4 · MusicEditing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