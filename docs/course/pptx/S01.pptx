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A45C"/>
                </a:solidFill>
                <a:latin typeface="Microsoft YaHei"/>
              </a:rPr>
              <a:t>S01  开班与产品全景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5A8"/>
                </a:solidFill>
                <a:latin typeface="Microsoft YaHei"/>
              </a:rPr>
              <a:t>为什么做成「能卖的本地工具」而不是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B95A8"/>
                </a:solidFill>
                <a:latin typeface="Microsoft YaHei"/>
              </a:rPr>
              <a:t>MusicEditing · 硬核实战课 · docs/course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开场：真实痛点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隐私与素材不出网：本地处理是卖点不是情怀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平台角标/水印、批量无人值守、高光切片：刚需场景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云剪辑贵、限速、条款风险：对照本地交付边界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S01 · 1/6 · MusicEditing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产品边界（讲课必说）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纯本地离线优先；联网仅更新/激活/下载可选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不是专业 NLE 多轨时间线（明确不做的大坑）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功能以菜单为准：核心 / 工作流 / 趣味 / 帮助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S01 · 2/6 · MusicEditing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功能全景速览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核心：首页预览、智能切片、画质增强、去水印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工作流：全流程队列、素材库、下载热评、BGM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趣味：热评弹幕、封面工厂、音频梗音、溯源水印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帮助：个人中心（授权/GPU/诊断/更新）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S01 · 3/6 · MusicEditing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架构一句话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View(PySide6) ↔ MainViewModel ↔ MediaBridge/PlayerBackend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→ media_cli / media_player → media_engine.dll（FFmpeg/OpenCV/ORT）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短调用：ctypes 直连 DLL，失败回退 CLI；播放走子进程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S01 · 4/6 · MusicEditing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文档真源纪律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实现真源：docs/design/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自学路径：docs/LEARNING.md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产品交互稿：只读对照；冲突以 design 为准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docs/archive/：历史科普，禁止当教材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S01 · 5/6 · MusicEditing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12 期地图与期末标准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S02 跑通 → S03–S05 架构 → S06–S10 业务 → S11–S12 商业发版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期末：口述调用链 + 试用/正式差异 + 四件自备项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Lab：画「菜单 → 用户价值」图（下期带来）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S01 · 6/6 · MusicEditing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