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A45C"/>
                </a:solidFill>
                <a:latin typeface="Microsoft YaHei"/>
              </a:rPr>
              <a:t>S04  引擎与CLI协议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B95A8"/>
                </a:solidFill>
                <a:latin typeface="Microsoft YaHei"/>
              </a:rPr>
              <a:t>media_engine.dll · media_cli · ctypes 优先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8B95A8"/>
                </a:solidFill>
                <a:latin typeface="Microsoft YaHei"/>
              </a:rPr>
              <a:t>MusicEditing · 硬核实战课 · docs/course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三件套分工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DLL：探测/遍历/缩略图/超分·去水印 C API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CLI：Python 批处理入口；stdout=协议 stderr=日志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Player：仅首页预览子进程，不与 CLI 混用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S04 · 1/5 · MusicEditing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MediaBridge 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probe/thumbnail：优先 ctypes 直连 DLL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失败回退 media_cli.exe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mtime 缓存减少重复探测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S04 · 2/5 · MusicEditing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导出与 FFmpeg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高光分段/拼接优先 -c copy remux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需要时整段重编码；AAC + faststart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捆绑 ffmpeg 保证别人电脑可复现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S04 · 3/5 · MusicEditing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协议课怎么上硬核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打开 media_engine.md 的 CLI 示例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强调：UI 不解析「人类日志」，只认 stdout 协议行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改 CLI 输出格式 = 破坏兼容，必须改文档与回归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S04 · 4/5 · MusicEditing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按文档跑一次 probe 或 thumbnail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把关键 stdout 贴进作业（可打码路径）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S04 · 5/5 · MusicEditing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