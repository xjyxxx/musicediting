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S03  MVVM与Studio_UI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View / ViewModel / Model · 懒加载 · 菜单索引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MVVM 在本仓库的落地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View：client/scripts/ui/*.py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ViewModel：viewmodels/main_vm.py（Signal/Slot 跨线程）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Model：dataclass；重活在后台线程，UI 只收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S03 · 1/5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导航硬约束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workflow_link.TAB_* 索引稳定，勿随意改号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MENU_GROUPS：核心/工作流/趣味/帮助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QStackedWidget 懒创建页 + 空闲预热减首点卡顿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S03 · 2/5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Studio 体验细节（值钱点）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studio_kit：Hero/Card/wrap_studio_scroll/wrap_tab_scroll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ElidedPathLabel：长路径不撑爆布局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GroupBox 标题留白，避免字压控件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封面工厂等长页：滚动 + 底栏按钮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S03 · 3/5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接力与完成弹窗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open_with_video / ask_video_handoff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导出完成可「打开文件夹」选中成片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三大功能串联 ≠ 队列无人值守（下几期展开）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S03 · 4/5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改一处 UI 文案或 app.conf 注释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对照 music-editing-feature-docs skill：要不要改 feature_flows/状态表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说明：纯文案通常不动状态表；行为变更必须同步文档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S03 · 5/5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