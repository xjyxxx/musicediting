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S02  仓库与硬核跑通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clone → setup_ffmpeg → build_x64 → run_ui_x64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环境清单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Windows 10/11 x64 + VS 2022/2026（C++ 桌面）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CMake 3.20+ · Python 3.10+ · PySide6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日常只推 x64；Win32 并存但扩展以 x64 为主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S02 · 1/6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命令链（当场演示）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scripts\setup_ffmpeg_x64.bat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build_x64.bat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pip install -r client\scripts\requirements.txt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run_ui_x64.bat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S02 · 2/6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产物必须认识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build_x64\bin\Release\media_cli.exe — 批处理入口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media_player.exe — 首页播放子进程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media_engine.dll — C API（probe/thumbnail/超分…）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配置：client/resources/config/app.conf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S02 · 3/6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可选依赖怎么讲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OpenCV / ORT / 超分·LaMa·Vosk 模型：缺了 UI 可开，功能提示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models/README.md + scripts\download_*.bat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不要把「没下模型」说成「项目坏了」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S02 · 4/6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常见翻车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没跑 setup_ffmpeg_x64 / 架构混用 Win32 产物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VS 未装 C++ 工作负载导致引擎链失败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pip 装到错误解释器；应用 64-bit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S02 · 5/6 · MusicEditing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 四验收（截图交作业）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UI 窗口已打开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首页能播 tests\test_video.mp4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media_cli.exe 存在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media_player.exe 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S02 · 6/6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