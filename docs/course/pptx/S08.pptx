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A45C"/>
                </a:solidFill>
                <a:latin typeface="Microsoft YaHei"/>
              </a:rPr>
              <a:t>S08  去水印与全流程队列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B95A8"/>
                </a:solidFill>
                <a:latin typeface="Microsoft YaHei"/>
              </a:rPr>
              <a:t>角标 · 批量重试 · 有限并行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8B95A8"/>
                </a:solidFill>
                <a:latin typeface="Microsoft YaHei"/>
              </a:rPr>
              <a:t>MusicEditing · 硬核实战课 · docs/course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去水印路径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视频默认快速 OpenCV；图片/精修 LaMa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框选多区域；平台角标预设（抖/快）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批量：失败重试、结果列表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S08 · 1/4 · MusicEditing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队列编排（高含金量）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步骤可勾选：切片 → 超分 → 去水印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max_parallel：切片/导出可重叠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超分+去水印信号量串行：防 GPU/磁盘互抢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成片模板 · 产物 GB 上限 · 分阶段 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S08 · 2/4 · MusicEditing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与「完成弹窗接力」的区别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单页完成：弹窗送去下一站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队列：无人值守，不走各页弹窗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S08 · 3/4 · MusicEditing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队列只开切片 + OpenCV 超分试跑 8s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跑通 tests 视频并保留输出目录截图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S08 · 4/4 · MusicEditing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