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828800"/>
            <a:ext cx="109728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E8A45C"/>
                </a:solidFill>
                <a:latin typeface="Microsoft YaHei"/>
              </a:rPr>
              <a:t>S12  发版毕业课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657600"/>
            <a:ext cx="109728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8B95A8"/>
                </a:solidFill>
                <a:latin typeface="Microsoft YaHei"/>
              </a:rPr>
              <a:t>pack · accept · Inno · 更新 · 签名自备项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8B95A8"/>
                </a:solidFill>
                <a:latin typeface="Microsoft YaHei"/>
              </a:rPr>
              <a:t>MusicEditing · 硬核实战课 · docs/course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便携包档位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slim / standard / full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默认 embed Python + .pyc；可选 --sign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accept_portable：机器预检；干净机仍要人手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S12 · 1/6 · MusicEditing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安装与一键发版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Inno：build_installer.bat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release_oneclick：回归→pack→accept→Inno→清单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S12 · 2/6 · MusicEditing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自动更新通道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publish_update_manifest → dist/update/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serve_update_channel 仅本地联调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发版包禁止残留 127.0.0.1 update URL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启动静默检查 + update_last_notified 防刷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S12 · 3/6 · MusicEditing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四件必须自备（背诵）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干净机手测（SmartScreen / VC++）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CDN 静态托管更新目录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代码签名证书 thumbprint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外部收银台与发卡流程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S12 · 4/6 · MusicEditing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毕业 Lab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pack slim --zip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accept_portable → PASS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publish_update_manifest 生成 json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提交一页上线检查表（含自备项）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S12 · 5/6 · MusicEditing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41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E8A45C"/>
                </a:solidFill>
                <a:latin typeface="Microsoft YaHei"/>
              </a:rPr>
              <a:t>结营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回看调用链：View→VM→Bridge→CLI/Player→DLL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你卖的是可维护的本地工具工程能力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E8EDF5"/>
                </a:solidFill>
                <a:latin typeface="Microsoft YaHei"/>
              </a:rPr>
              <a:t>• 持续以 docs/design 为真源迭代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26364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0">
                <a:solidFill>
                  <a:srgbClr val="8B95A8"/>
                </a:solidFill>
                <a:latin typeface="Microsoft YaHei"/>
              </a:rPr>
              <a:t>S12 · 6/6 · MusicEditing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