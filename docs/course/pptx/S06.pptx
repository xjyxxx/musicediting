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S06  智能切片与高光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演讲 · 游戏 · 响度 · 竖屏成片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场景分流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演讲金句：Vosk ASR + LLM/规则；无人声模型则人声段兜底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游戏高光：切点 + 运动/闪光；game_event.onnx 现为 stub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响度高潮：ebur128；手动切片：不依赖模型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S06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时间轴体验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缩略图胶片条 + 列表图标 §5.1.1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后台抽中点缩略图，不堵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S06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成片能力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一键高光成片 · 静音剪掉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竖屏 9:16：锚点 / 智能跟脸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发布预设与规范命名（抖音/B站/快手）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S06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试用门禁埋伏笔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高光导出次数 · 竖屏次数 · 最长边≤720p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正式版解锁在 S11 展开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S06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手动两段高光 → 竖屏导出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记录是否触发试用限制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S06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