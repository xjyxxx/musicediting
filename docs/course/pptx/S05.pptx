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S05  播放器IPC与SHM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子进程 · 双缓冲 · 异步 Seek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一帧上屏路径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VideoPlayerWidget → PlayerBackend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stdin/stdout 控制 media_player.exe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解码 RGB →（SHM 双缓冲）→ OpenGL/显示控件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音频走 Qt 侧，音画软校正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S05 · 1/5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为什么要 SHM / 预取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避免大帧走管道拷贝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双缓冲减少撕裂与等待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lookahead 预取降低 Seek 后空窗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S05 · 2/5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Seek 硬核细节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异步首帧：UI 不卡死在 seek_and_frame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Seek 期间抑制软校正抢状态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松手后预热预取再恢复播放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S05 · 3/5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硬解与回退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可选 D3D11VA；失败回退 CPU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滤镜 OpenCL UMat 可关；稳定性优先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S05 · 4/5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对照流程图 README + player_decode_flow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手绘/白板：从点击播放到像素出现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S05 · 5/5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