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S10  趣味扩展包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封面 · 音频梗音 · BGM · 溯源水印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封面工厂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均匀抽样 + Laplacian 选清晰帧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大标题 PNG；可选 EXIF / 频域溯源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S10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音频趣味 / 梗音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整轨：变调变速倒放伪8D混响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梗音叠加：用户自备热梗，注意版权声明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S10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BGM 与 Demucs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基础混音仅 FFmpeg，可打包分发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Demucs 可选：PyTorch 体积大，setup 脚本单独装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S10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溯源水印边界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频域 / 回声 / LSB / EXIF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不宣称对抗平台重编码——诚信卖点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S10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生成封面 PNG；可选打开溯源勾选验证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S10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